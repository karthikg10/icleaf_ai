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Introduction to Python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Python provides a variety of built-in data structures that allow for efficient data management, including lists, tuples, sets, and dictionaries, each with unique properties and use cases.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Lists are mutable and ordered collections that can store elements of different data types, enabling developers to easily manipulate them by adding, removing, or changing values.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Tuples, in contrast, are immutable ordered collections that are often used to store related pieces of data together, such as coordinates (x, y), ensuring that the data remains unchanged throughout the program's execution.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Sets are unordered collections of unique elements that are particularly useful for membership testing and eliminating duplicate entries, with built-in operations for union, intersection, and difference.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Dictionaries are mutable mappings of unique keys to values, allowing for efficient data retrieval, with an average time complexity of O(1) for accessing elements using keys.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Lists and Their Applications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 list in Python is a versatile data structure that can hold an arbitrary number of items, which can be integers, strings, or even other lists, allowing for complex data organization.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For instance, a list of student names can be created as `students = ["Alice", "Bob", "Charlie"]`, and items can be accessed using zero-based indexing, like `students[0]` for "Alice."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ability to dynamically resize makes lists particularly powerful; Python automatically allocates additional memory when new items are added, making it efficient for handling varying data sizes.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Lists also support various built-in methods such as `append()`, `remove()`, and `sort()`, greatly simplifying tasks like adding elements or rearranging data.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According to a 2023 Stack Overflow survey, over 75% of Python developers reported using lists for data handling, highlighting their prevalence in real-world applications across software development realms.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Understanding Tuples and Their Uses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Tuples are immutable sequences, which means once they're created, their contents cannot be changed, making them ideal for storing fixed collections of related data that must remain constant.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For example, a tuple can represent a geographic location with coordinates as `location = (40.7128, 74.0060)`, ensuring that the latitude and longitude values are not accidentally modified during processing.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immutability of tuples also allows them to be used as keys in dictionaries, while lists cannot serve in this capacity, providing additional flexibility in data organization.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Tuples are often used to return multiple values from functions, enabling cleaner and more intuitive code, as seen in a function returning both a quotient and a remainder.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Although tuples may seem less versatile compared to lists, they can provide performance benefits since they consume slightly less memory and have faster access times, beneficial for large datasets.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Sets: Unique Collections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Sets in Python are unordered collections that store unique items, making them ideal for tasks requiring the removal of duplicates from a list, such as creating a unique set of user IDs from a database.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When creating a set, for example, `user_ids = {1, 2, 3, 3, 4}` automatically removes the duplicate value `3`, resulting in `user_ids = {1, 2, 3, 4}` with a time complexity of O(n) for adding elements.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Sets also provide powerful mathematical operations, such as union (`set1 | set2`), intersection (`set1 &amp; set2`), and difference (`set1 - set2`), making them useful for comparing datasets efficiently.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According to data from the Python Software Foundation, sets are particularly popular for data science applications, enabling quick and efficient data manipulation in fields such as analysis and machine learning.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Their performance characteristics make them an excellent choice when checking for membership, as the average time complexity is O(1), which is significantly faster than list membership checks at O(n).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3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Conclusion: The Importance of Python Data Structures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37160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Understanding the various data structures in Python is essential for developing efficient and effective programs, as selecting the right structure can lead to improved performance and cleaner code.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Lists, tuples, sets, and dictionaries each have specific strengths; for example, lists are excellent for ordered collections, while dictionaries are best for key-value pairs enabling quick lookups.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The choice of data structure can significantly impact the scalability of applications; for instance, using sets for unique data can reduce memory overhead and processing time in large datasets.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As of 2023, proficiency in these data structures is a critical skill in the tech industry, with employers increasingly seeking candidates who can demonstrate effective data organization and algorithmic thinking.</a:t>
            </a:r>
          </a:p>
          <a:p>
            <a:pPr>
              <a:spcAft>
                <a:spcPts val="1000"/>
              </a:spcAft>
              <a:defRPr sz="1800">
                <a:solidFill>
                  <a:srgbClr val="E6E6F0"/>
                </a:solidFill>
              </a:defRPr>
            </a:pPr>
            <a:r>
              <a:t>• By mastering these data structures, students can enhance their programming capabilities, paving the way for more complex projects in fields such as web development, data analysis, and artificial intelligence.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6309360"/>
            <a:ext cx="9144000" cy="182880"/>
          </a:xfrm>
          <a:prstGeom prst="rect">
            <a:avLst/>
          </a:prstGeom>
          <a:solidFill>
            <a:srgbClr val="00B4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