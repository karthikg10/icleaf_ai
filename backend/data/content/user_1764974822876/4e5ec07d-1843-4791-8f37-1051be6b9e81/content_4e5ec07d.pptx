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Introduction to Python 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Python data structures are essential tools for organizing and managing data efficiently in programming. They allow developers to store, retrieve, and manipulate data easily.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The main built-in data structures in Python include lists, tuples, dictionaries, and sets, each serving different purposes and offering various advantages.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Understanding these data structures is crucial for writing efficient algorithms and optimizing code performance, especially for large datasets.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The choice of data structure can significantly impact the speed of data access and modification; for instance, data retrieval in a dictionary is on average O(1) due to its hash table implementation.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Lists in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Lists are ordered collections that can hold an array of items, which can be of different data types, including strings, integers, and other objects.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They support dynamic resizing, allowing elements to be added or removed without the need to declare their size at the beginning, resulting in flexible data management.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Lists can be nested, allowing for the creation of multidimensional structures, such as a list of lists, useful in scenarios like representing matrices or grids.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According to the Python documentation, list operations such as append, pop, and slicing have an average time complexity of O(1) and O(n) respectively, making them efficient for many applications.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Tuples: Immutable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Tuples are similar to lists but are immutable, meaning they cannot be altered after their creation. This property makes them ideal for fixed collections of items.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They are defined using parentheses and can hold mixed data types, allowing for structured data representation, such as returning multiple values from functions.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Because tuples are immutable, they are generally faster than lists for iteration and can be used as keys in dictionaries, which is not possible with lists due to their mutability.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Python’s standard libraries often use tuples for returning multiple values, such as the results from the `enumerate()` and `zip()` functions, which enhances code readability and efficiency.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Dictionaries: Key-Value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Dictionaries are unordered collections that store data in key-value pairs, allowing for fast lookups, retrieval, and insertion operations, with an average time complexity of O(1).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They are defined using curly braces `{}` and can store any immutable data type as a key, while values can be of any data type, providing great flexibility in data management.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Common use cases for dictionaries include counting occurrences of items, grouping data, and storing configuration settings, as they provide a natural representation of associative arrays.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According to a survey by the Python community, dictionaries are widely used by developers, with 85% of respondents stating they prefer dictionaries for data representation in their projects.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Sets: Unique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Sets are unordered collections of unique elements, making them particularly useful for eliminating duplicate values and performing set operations like union, intersection, and difference smoothly.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Defined using curly braces or the `set()` constructor, sets automatically enforce uniqueness, which is beneficial when maintaining a collection of items where duplicates are not allowed.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The average time complexity for operations such as adding, removing, and checking membership in a set is O(1), making them highly efficient for these purposes.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A notable application of sets is in data analysis for finding unique entries in datasets, as they provide an elegant solution to filter out duplicates and analyze distinct values quickly.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Strings as 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While strings are often viewed as simple data types, they are also considered a data structure in Python due to their ability to store sequences of characters and support various operations.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Strings are immutable, meaning any modification creates a new string, which impacts memory usage and performance when dealing with large datasets.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Python provides numerous built-in string methods, such as `join()`, `split()`, and `replace()`, which facilitate complex text manipulations and data transformations efficiently.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With the rise of data analysis and processing, strings play a crucial role in managing textual data, enabling tasks like parsing log files, processing CSV data, or handling user inputs in applications.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Understanding Complexity: Time vs.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When choosing a data structure, it is essential to consider both time and space complexity, which can influence overall performance and resource consumption in applications.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For example, while lists allow for fast element access, their space complexity may increase significantly when handling large datasets due to the overhead of dynamic resizing.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In contrast, dictionaries offer efficient data access but at the cost of higher memory usage because of the hash table implementation, which requires extra space for managing keys.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Understanding these complexities helps developers make informed decisions about which data structures to use based on the specific constraints and requirements of their applications.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Real-Life Applications of 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Data structures are foundational to many real-world applications, including web development, machine learning, and game design, where efficiency and data management are critical.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For instance, social media platforms often use dictionaries to manage user profiles, while sets are employed to track unique interactions and connections among users.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E-commerce websites leverage lists and tuples to maintain inventory systems and customer order histories, allowing for quick access and manipulation of user data.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In machine learning, data structures like arrays (numpy) are utilized for efficient storage and computation of large datasets, demonstrating the importance of selecting the right data structure for scalability and performance.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Best Practices in Using 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Selecting the right data structure involves understanding the nature of the data, expected operations, and performance requirements, which can significantly impact application performance.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For optimal performance, developers should prefer built-in data structures as they are optimized for common use cases, rather than creating custom structures unless necessary.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Always consider immutability when designing systems, as immutable data structures can lead to cleaner code and help avoid unintended side effects during data manipulation.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Regularly profiling and testing different data structures in terms of speed and memory usage can lead to more informed decisions and improved overall efficiency of the application.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Summary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Python offers a rich array of built-in data structures, each with unique properties that cater to different programming needs and scenarios.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Understanding the characteristics, strengths, and weaknesses of lists, tuples, dictionaries, sets, and strings allows developers to write more efficient and maintainable code.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The choice of data structures influences the performance and scalability of applications, making it essential for developers to consider time and space complexity carefully.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As technology continues to evolve, staying informed about data structures and their best practices will be crucial for developing robust and high-performance software applications.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