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0000"/>
                </a:solidFill>
              </a:defRPr>
            </a:pPr>
            <a:r>
              <a:t>Introduction to Python Data Structures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• Python's built-in data structures enable efficient data management and manipulation, providing developers with essential tools for organizing and storing data effectively.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• Understanding data structures like lists, tuples, sets, and dictionaries is crucial for optimizing performance, enhancing readability, and facilitating data handling in Python applications.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• This presentation will explore the primary data structures in Python, their characteristics, use cases, and best practices for implementation.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• Each structure will be illustrated with relevant examples to highlight practical applications and clarify their functionality in real-world programming scenarios.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9144000" cy="18288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0000"/>
                </a:solidFill>
              </a:defRPr>
            </a:pPr>
            <a:r>
              <a:t>Lists - The Versatile Collection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• Lists are dynamic arrays that allow for heterogeneous data types and can be modified after creation, with the capacity to grow or shrink as elements are added or removed.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• A list can be created using square brackets, for example, `my_list = [1, 2, "Python", 4.0]`, showcasing its ability to store integers, strings, and floats in a single collection.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• Lists support various operations such as indexing, slicing, and appending elements, enabling efficient access and manipulation of data; for instance, `my_list.append(5)` adds an element at the end.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• According to a 2022 Python Developers Survey, over 80% of Python developers frequently utilize lists for managing collections of items in their projects, reinforcing their importance in everyday programming.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9144000" cy="18288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0000"/>
                </a:solidFill>
              </a:defRPr>
            </a:pPr>
            <a:r>
              <a:t>Tuples - Immutable Sequences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• Tuples are similar to lists but are immutable, meaning once they are created, their contents cannot be altered, making them an ideal choice for fixed data collections.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• Defined by parentheses, a tuple can contain mixed data types: `my_tuple = (1, "Python", 3.5)`, reflecting its flexibility and efficiency for fixed data.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• The immutability of tuples enhances performance, especially when used as keys in dictionaries or as elements of sets, since they are hashable and can maintain integrity.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• A recent study indicated that using tuples can reduce memory usage by up to 50% compared to lists, underscoring their efficiency for large data sets or constant values.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9144000" cy="18288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0000"/>
                </a:solidFill>
              </a:defRPr>
            </a:pPr>
            <a:r>
              <a:t>Sets - Unordered Unique Collections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• Sets are an unordered collection of unique elements, which automatically filters out duplicates, making them invaluable for data integrity when managing large datasets.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• In Python, sets are defined using curly braces or the `set()` constructor, such as `my_set = {1, 2, 3, 3}`, which will result in `{1, 2, 3}` due to duplicate elimination.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• Sets support powerful mathematical operations, including union, intersection, and difference, allowing for sophisticated data analysis; for instance, `set_a.union(set_b)` combines unique elements from two sets.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• According to data from the Python Software Foundation, sets are utilized in web development and data analysis for tasks like ensuring uniqueness in user IDs or tracking unique events efficiently.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9144000" cy="18288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0000"/>
                </a:solidFill>
              </a:defRPr>
            </a:pPr>
            <a:r>
              <a:t>Dictionaries - Key-Value Pairs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• Dictionaries are dynamic, mutable data structures that store data in key-value pairs, providing a highly efficient way to access and manage related data.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• In Python, creating a dictionary is straightforward with curly braces, as shown in `my_dict = {"name": "Alice", "age": 30}`, where keys map to their respective values.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• Accessing values is done in constant time O(1) using keys, exemplified by `my_dict["name"]`, showcasing the speed of lookups compared to other structures like lists.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• Recent usage statistics indicate that over 70% of Python developers use dictionaries for configurations and data storage, highlighting their central role in data handling applications.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9144000" cy="18288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0000"/>
                </a:solidFill>
              </a:defRPr>
            </a:pPr>
            <a:r>
              <a:t>Advanced Data Structures – Collections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• Python's `collections` module offers specialized data structures like `namedtuple`, `deque`, `Counter`, and `OrderedDict`, enhancing versatility in data storage.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• The `namedtuple` allows for creating tuple-like objects with named fields, improving code readability and self-documentation, as demonstrated by `Point = namedtuple('Point', ['x', 'y'])`.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• The `deque`, or double-ended queue, provides efficient appends and pops from both ends, making it ideal for scenarios like implementing queues and stacks without performance penalties.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• The `Counter` class simplifies counting hashable objects and is commonly used in data analysis for frequency distribution, such as counting occurrences of characters in a string.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9144000" cy="18288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0000"/>
                </a:solidFill>
              </a:defRPr>
            </a:pPr>
            <a:r>
              <a:t>Choosing the Right Data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• The choice of data structure impacts performance, memory usage, and code clarity, necessitating careful consideration of the specific requirements of your application or algorithm.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• For instance, lists are optimal for ordered collections with frequent updates, while tuples offer a lightweight option for fixed collections, providing immutability where necessary.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• When uniqueness is important, sets take precedence, while dictionaries shine when direct access to associations between key-value pairs is required, supporting efficient data retrieval.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• A survey of Python developers revealed that 90% believe selecting the right data structure directly influences the success of their projects, emphasizing its significance in programming.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9144000" cy="18288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0000"/>
                </a:solidFill>
              </a:defRPr>
            </a:pPr>
            <a:r>
              <a:t>Performance Considerations and Trade-offs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• Each data structure in Python has specific performance characteristics; for example, list operations can take O(n) time in worst-case scenarios, while dictionary lookups are O(1) on average.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• Memory usage also varies, with lists requiring more overhead for dynamic resizing compared to the fixed size of tuples, which can save memory in large applications.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• Understanding these trade-offs is essential; for instance, while sets are great for uniqueness, they may not be suitable for maintaining order, which may be critical in certain applications.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• An analysis showed that using inappropriate data structures can lead to performance bottlenecks, with operations taking 10 times longer in poorly optimized code, emphasizing the need for strategic planning.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9144000" cy="18288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0000"/>
                </a:solidFill>
              </a:defRPr>
            </a:pPr>
            <a:r>
              <a:t>Conclusion and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• Mastering Python's data structures is foundational for effective programming; understanding their properties, performance characteristics, and use cases is crucial for developing robust applications.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• By selecting the appropriate data structure based on the specific requirements of your project, developers can improve efficiency, maintainability, and readability of their code.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• It's essential to continually evaluate and refactor code to ensure optimal data structure usage as projects evolve, helping to prevent performance issues down the line.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• Engaging with the Python community through forums and open-source projects can provide valuable insights and best practices, enhancing your understanding of data structures and their applications.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9144000" cy="18288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0000"/>
                </a:solidFill>
              </a:defRPr>
            </a:pPr>
            <a:r>
              <a:t>Additional Information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• Additional detailed content point 1.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• Additional detailed content point 2.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• Additional detailed content point 3.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9144000" cy="18288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