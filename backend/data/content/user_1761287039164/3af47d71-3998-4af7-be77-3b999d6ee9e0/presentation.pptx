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ICLeafAI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Python Data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Name</a:t>
            </a:r>
          </a:p>
          <a:p>
            <a:r>
              <a:t>Date</a:t>
            </a:r>
          </a:p>
          <a:p>
            <a:r>
              <a:t>Course/Topic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Python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Introduction to Python Data Structures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 of Data Structures</a:t>
            </a:r>
          </a:p>
          <a:p>
            <a:r>
              <a:t>Importance in Programming</a:t>
            </a:r>
          </a:p>
          <a:p>
            <a:r>
              <a:t>Overview of Python's Built-in Data Structures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Lists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Ordered collection of items</a:t>
            </a:r>
          </a:p>
          <a:p>
            <a:r>
              <a:t>Mutable (can change)</a:t>
            </a:r>
          </a:p>
          <a:p>
            <a:r>
              <a:t>Useful for storing sequences</a:t>
            </a:r>
          </a:p>
          <a:p>
            <a:r>
              <a:t>Example: my_list = [1, 2, 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Tuples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Ordered collection of items</a:t>
            </a:r>
          </a:p>
          <a:p>
            <a:r>
              <a:t>Immutable (cannot change)</a:t>
            </a:r>
          </a:p>
          <a:p>
            <a:r>
              <a:t>Useful for fixed collections</a:t>
            </a:r>
          </a:p>
          <a:p>
            <a:r>
              <a:t>Example: my_tuple = (1, 2, 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Dictionaries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Key-value pairs</a:t>
            </a:r>
          </a:p>
          <a:p>
            <a:r>
              <a:t>Unordered collection</a:t>
            </a:r>
          </a:p>
          <a:p>
            <a:r>
              <a:t>Mutable (can change)</a:t>
            </a:r>
          </a:p>
          <a:p>
            <a:r>
              <a:t>Example: my_dict = {'key1': 'value1', 'key2': 'value2'}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