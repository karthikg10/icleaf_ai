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800">
                <a:solidFill>
                  <a:srgbClr val="0F172A"/>
                </a:solidFill>
              </a:defRPr>
            </a:pPr>
            <a:r>
              <a:t>ARTIFICIAL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GENERATED BY ICLEAF AI</a:t>
            </a:r>
          </a:p>
          <a:p>
            <a:pPr algn="l"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TARGET AUDIENCE: PROFESSIONALS</a:t>
            </a:r>
          </a:p>
          <a:p>
            <a:pPr algn="l"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DIFFICULTY: MEDIUM</a:t>
            </a:r>
          </a:p>
          <a:p>
            <a:pPr algn="l"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AI-POWERED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97316"/>
                </a:solidFill>
              </a:rPr>
              <a:t>IC</a:t>
            </a:r>
            <a:r>
              <a:rPr sz="1800" b="1">
                <a:solidFill>
                  <a:srgbClr val="9CA3AF"/>
                </a:solidFill>
              </a:rPr>
              <a:t>Leaf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0F172A"/>
                </a:solidFill>
              </a:defRPr>
            </a:pPr>
            <a:r>
              <a:t>Introduction to Artificial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Artificial Intelligence (AI) refers to the simulation of human intelligence processes by machines, particularly computer systems.</a:t>
            </a:r>
          </a:p>
          <a:p>
            <a:pPr algn="l"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Key areas of AI include machine learning, natural language processing, and robotics, each contributing to various applications.</a:t>
            </a:r>
          </a:p>
          <a:p>
            <a:pPr algn="l"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The development of AI technologies has accelerated in recent years, driven by advancements in computing power and data availability.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97316"/>
                </a:solidFill>
              </a:rPr>
              <a:t>IC</a:t>
            </a:r>
            <a:r>
              <a:rPr sz="1800" b="1">
                <a:solidFill>
                  <a:srgbClr val="9CA3AF"/>
                </a:solidFill>
              </a:rPr>
              <a:t>Leaf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0F172A"/>
                </a:solidFill>
              </a:defRPr>
            </a:pPr>
            <a:r>
              <a:t>Applications of AI in Industry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AI is revolutionizing sectors such as healthcare, finance, and manufacturing by enhancing efficiency and decision-making capabilities.</a:t>
            </a:r>
          </a:p>
          <a:p>
            <a:pPr algn="l"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In healthcare, AI algorithms analyze medical data to assist in diagnostics and personalized treatment plans.</a:t>
            </a:r>
          </a:p>
          <a:p>
            <a:pPr algn="l"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Financial institutions utilize AI for fraud detection, risk assessment, and automating customer service through chatbots.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97316"/>
                </a:solidFill>
              </a:rPr>
              <a:t>IC</a:t>
            </a:r>
            <a:r>
              <a:rPr sz="1800" b="1">
                <a:solidFill>
                  <a:srgbClr val="9CA3AF"/>
                </a:solidFill>
              </a:rPr>
              <a:t>Leaf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0F172A"/>
                </a:solidFill>
              </a:defRPr>
            </a:pPr>
            <a:r>
              <a:t>Ethical Considerations in AI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The rapid advancement of AI raises significant ethical concerns regarding privacy, bias, and accountability in decision-making.</a:t>
            </a:r>
          </a:p>
          <a:p>
            <a:pPr algn="l"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Developers must ensure that AI systems are transparent and fair, minimizing biases that could lead to discrimination.</a:t>
            </a:r>
          </a:p>
          <a:p>
            <a:pPr algn="l"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Establishing regulatory frameworks and guidelines is essential to promote responsible AI use while fostering innovation.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97316"/>
                </a:solidFill>
              </a:rPr>
              <a:t>IC</a:t>
            </a:r>
            <a:r>
              <a:rPr sz="1800" b="1">
                <a:solidFill>
                  <a:srgbClr val="9CA3AF"/>
                </a:solidFill>
              </a:rPr>
              <a:t>Leaf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