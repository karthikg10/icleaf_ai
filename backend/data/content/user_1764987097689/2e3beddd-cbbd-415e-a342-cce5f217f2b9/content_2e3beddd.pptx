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8FAFC"/>
                </a:solidFill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GENERATED BY ICLEAF AI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TARGET AUDIENCE: STUDENTS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DIFFICULTY: MEDIUM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AI-POWERED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4A3B8"/>
                </a:solidFill>
              </a:rPr>
              <a:t>ICLeaf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97316"/>
                </a:solidFill>
              </a:rPr>
              <a:t>IC</a:t>
            </a:r>
            <a:r>
              <a:rPr sz="1200" b="1">
                <a:solidFill>
                  <a:srgbClr val="94A3B8"/>
                </a:solidFill>
              </a:rPr>
              <a:t>Leaf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8FAFC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Machine learning is a subset of artificial intelligence focused on developing algorithms that enable computers to learn from data.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It encompasses various techniques, including supervised, unsupervised, and reinforcement learning, each serving different purposes.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Machine learning applications are prevalent in diverse fields such as healthcare, finance, and autonomous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4A3B8"/>
                </a:solidFill>
              </a:rPr>
              <a:t>ICLeaf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97316"/>
                </a:solidFill>
              </a:rPr>
              <a:t>IC</a:t>
            </a:r>
            <a:r>
              <a:rPr sz="1200" b="1">
                <a:solidFill>
                  <a:srgbClr val="94A3B8"/>
                </a:solidFill>
              </a:rPr>
              <a:t>Leaf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8FAFC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Supervised learning involves training a model on labeled data, allowing it to make predictions on new, unseen data.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Unsupervised learning identifies patterns in data without predefined labels, facilitating clustering and association tasks.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Reinforcement learning focuses on teaching agents to make decisions through trial and error, optimizing their actions based on rewards.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4A3B8"/>
                </a:solidFill>
              </a:rPr>
              <a:t>ICLeaf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97316"/>
                </a:solidFill>
              </a:rPr>
              <a:t>IC</a:t>
            </a:r>
            <a:r>
              <a:rPr sz="1200" b="1">
                <a:solidFill>
                  <a:srgbClr val="94A3B8"/>
                </a:solidFill>
              </a:rPr>
              <a:t>Leaf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8FAFC"/>
                </a:solidFill>
              </a:defRPr>
            </a:pPr>
            <a:r>
              <a:t>Key Algorithms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Linear regression, a fundamental algorithm, predicts continuous outcomes based on linear relationships between variables.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Decision trees provide a visual and intuitive approach to classification and regression tasks by splitting data into branches.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Neural networks simulate the human brain's structure and are particularly effective for complex tasks like image and speech recognition.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4A3B8"/>
                </a:solidFill>
              </a:rPr>
              <a:t>ICLeaf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97316"/>
                </a:solidFill>
              </a:rPr>
              <a:t>IC</a:t>
            </a:r>
            <a:r>
              <a:rPr sz="1200" b="1">
                <a:solidFill>
                  <a:srgbClr val="94A3B8"/>
                </a:solidFill>
              </a:rPr>
              <a:t>Leaf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8FAFC"/>
                </a:solidFill>
              </a:defRPr>
            </a:pPr>
            <a:r>
              <a:t>Challenges and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Data quality and quantity significantly impact machine learning model performance, requiring robust data preprocessing techniques.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Ethical considerations, such as bias and transparency, are critical challenges that need addressing as machine learning evolves.</a:t>
            </a:r>
          </a:p>
          <a:p>
            <a:pPr algn="l">
              <a:spcAft>
                <a:spcPts val="800"/>
              </a:spcAft>
              <a:defRPr sz="2000">
                <a:solidFill>
                  <a:srgbClr val="E2E8F0"/>
                </a:solidFill>
              </a:defRPr>
            </a:pPr>
            <a:r>
              <a:t>• Future research aims to enhance model interpretability, improve generalization, and develop more efficient learning algorithms.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94A3B8"/>
                </a:solidFill>
              </a:rPr>
              <a:t>ICLeaf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97316"/>
                </a:solidFill>
              </a:rPr>
              <a:t>IC</a:t>
            </a:r>
            <a:r>
              <a:rPr sz="1200" b="1">
                <a:solidFill>
                  <a:srgbClr val="94A3B8"/>
                </a:solidFill>
              </a:rPr>
              <a:t>Leaf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