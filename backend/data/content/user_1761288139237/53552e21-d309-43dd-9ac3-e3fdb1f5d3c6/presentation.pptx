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ICLeafAI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2025-10-23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Understanding Python Data Structures</a:t>
            </a:r>
          </a:p>
          <a:p>
            <a:r>
              <a:t>Presenter: [Your Name]</a:t>
            </a:r>
          </a:p>
          <a:p>
            <a:r>
              <a:t>Course: [Your Course Title]</a:t>
            </a:r>
          </a:p>
          <a:p>
            <a:r>
              <a:t>Date: [Presentation Date]</a:t>
            </a:r>
          </a:p>
          <a:p>
            <a:r>
              <a:t>Image/Graphic: A relevant image of Python logo or data structures diagram.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Introduction to Python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Overview of Python Data Structures</a:t>
            </a:r>
          </a:p>
          <a:p>
            <a:r>
              <a:t>Definition of Data Structures:</a:t>
            </a:r>
          </a:p>
          <a:p>
            <a:r>
              <a:t>Data structures are ways to organize and store data to enable efficient access and modification.</a:t>
            </a:r>
          </a:p>
          <a:p>
            <a:r>
              <a:t>Importance in Programming:</a:t>
            </a:r>
          </a:p>
          <a:p>
            <a:r>
              <a:t>Choosing the right data structure can significantly affect the performance of a program.</a:t>
            </a:r>
          </a:p>
          <a:p>
            <a:r>
              <a:t>Python's Built-in Data Structures:</a:t>
            </a:r>
          </a:p>
          <a:p>
            <a:r>
              <a:t>Python provides several built-in data structures including:</a:t>
            </a:r>
          </a:p>
          <a:p>
            <a:r>
              <a:t>Dictionaries</a:t>
            </a:r>
          </a:p>
          <a:p>
            <a:r>
              <a:t>Each structure has its own unique properties and use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Lists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Understanding Lists</a:t>
            </a:r>
          </a:p>
          <a:p>
            <a:r>
              <a:t>Definition:</a:t>
            </a:r>
          </a:p>
          <a:p>
            <a:r>
              <a:t>A list is an ordered collection of items that can be changed (mutable) and allows duplicate elements.</a:t>
            </a:r>
          </a:p>
          <a:p>
            <a:r>
              <a:t>Creating a List:</a:t>
            </a:r>
          </a:p>
          <a:p>
            <a:r>
              <a:t>Example: my_list = [1, 2, 3, 4]</a:t>
            </a:r>
          </a:p>
          <a:p>
            <a:r>
              <a:t>Key Operations:</a:t>
            </a:r>
          </a:p>
          <a:p>
            <a:r>
              <a:t>Indexing: Accessing elements using their position, e.g., my_list[0] returns 1.</a:t>
            </a:r>
          </a:p>
          <a:p>
            <a:r>
              <a:t>Slicing: Extracting a portion of the list, e.g., my_list[1:3] returns [2, 3].</a:t>
            </a:r>
          </a:p>
          <a:p>
            <a:r>
              <a:t>append(): Adds an item to the end, e.g., my_list.append(5).</a:t>
            </a:r>
          </a:p>
          <a:p>
            <a:r>
              <a:t>remove(): Removes an item, e.g., my_list.remove(2).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 Use Cases: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Ideal for collections of items that require order, such as storing student names or shopping lists.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Tuples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Understanding Tuples</a:t>
            </a:r>
          </a:p>
          <a:p>
            <a:r>
              <a:t>Definition:</a:t>
            </a:r>
          </a:p>
          <a:p>
            <a:r>
              <a:t>A tuple is an ordered collection of items similar to a list but is immutable (cannot be changed).</a:t>
            </a:r>
          </a:p>
          <a:p>
            <a:r>
              <a:t>Creating a Tuple:</a:t>
            </a:r>
          </a:p>
          <a:p>
            <a:r>
              <a:t>Example: my_tuple = (1, 2, 3, 4)</a:t>
            </a:r>
          </a:p>
          <a:p>
            <a:r>
              <a:t>Key Characteristics:</a:t>
            </a:r>
          </a:p>
          <a:p>
            <a:r>
              <a:t>Immutability: Once created, you cannot modify the tuple. This is useful for fixed data.</a:t>
            </a:r>
          </a:p>
          <a:p>
            <a:r>
              <a:t>Indexing and Slicing: Similar to lists, e.g., my_tuple[1] returns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 Use Cases: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Useful for storing fixed collections of items, such as coordinates in a 2D space or RGB color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Sets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Understanding Sets</a:t>
            </a:r>
          </a:p>
          <a:p>
            <a:r>
              <a:t>Definition:</a:t>
            </a:r>
          </a:p>
          <a:p>
            <a:r>
              <a:t>A set is an unordered collection of unique items. It does not allow duplicates.</a:t>
            </a:r>
          </a:p>
          <a:p>
            <a:r>
              <a:t>Creating a Set:</a:t>
            </a:r>
          </a:p>
          <a:p>
            <a:r>
              <a:t>Example: my_set = {1, 2, 3, 4}</a:t>
            </a:r>
          </a:p>
          <a:p>
            <a:r>
              <a:t>Key Operations:</a:t>
            </a:r>
          </a:p>
          <a:p>
            <a:r>
              <a:t>Adding Elements: Use add(), e.g., my_set.add(5).</a:t>
            </a:r>
          </a:p>
          <a:p>
            <a:r>
              <a:t>Removing Elements: Use discard(), e.g., my_set.discard(2).</a:t>
            </a:r>
          </a:p>
          <a:p>
            <a:r>
              <a:t>Set Operations:</a:t>
            </a:r>
          </a:p>
          <a:p>
            <a:r>
              <a:t>Union: set1 | set2</a:t>
            </a:r>
          </a:p>
          <a:p>
            <a:r>
              <a:t>Intersection: set1 &amp; set2</a:t>
            </a:r>
          </a:p>
          <a:p>
            <a:r>
              <a:t>Difference: set1 - set2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