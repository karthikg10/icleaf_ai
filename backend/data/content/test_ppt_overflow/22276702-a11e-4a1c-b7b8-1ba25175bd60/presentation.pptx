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ICLeafAI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2025-10-24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Machine Learning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of Machine Learning:</a:t>
            </a:r>
          </a:p>
          <a:p>
            <a:r>
              <a:t>Machine Learning (ML) is a subset of artificial intelligence (AI) that enables systems to learn from data, identify patterns, and make decisions with minimal human intervention.</a:t>
            </a:r>
          </a:p>
          <a:p>
            <a:r>
              <a:t>Importance in Today's World:</a:t>
            </a:r>
          </a:p>
          <a:p>
            <a:r>
              <a:t>Used across industries such as finance for fraud detection, healthcare for predictive analytics, and marketing for customer segmentation.</a:t>
            </a:r>
          </a:p>
          <a:p>
            <a:r>
              <a:t>Key Components:</a:t>
            </a:r>
          </a:p>
          <a:p>
            <a:r>
              <a:t>Data: The fuel for machine learning algorithms; quality and quantity determine model effectiveness.</a:t>
            </a:r>
          </a:p>
          <a:p>
            <a:r>
              <a:t>Algorithms: Mathematical models that process data to learn from it.</a:t>
            </a:r>
          </a:p>
          <a:p>
            <a:r>
              <a:t>Models: The output of ML algorithms that can predict outcomes or classify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Learning:</a:t>
            </a:r>
          </a:p>
          <a:p>
            <a:r>
              <a:t>Uses labeled data to train models, where the outcome is known (e.g., predicting house prices).</a:t>
            </a:r>
          </a:p>
          <a:p>
            <a:r>
              <a:t>Examples include regression and classification tasks.</a:t>
            </a:r>
          </a:p>
          <a:p>
            <a:r>
              <a:t>Unsupervised Learning:</a:t>
            </a:r>
          </a:p>
          <a:p>
            <a:r>
              <a:t>Works with unlabeled data to find hidden patterns or intrinsic structures (e.g., customer segmentation).</a:t>
            </a:r>
          </a:p>
          <a:p>
            <a:r>
              <a:t>Techniques include clustering and dimensionality reduction.</a:t>
            </a:r>
          </a:p>
          <a:p>
            <a:r>
              <a:t>Reinforcement Learning:</a:t>
            </a:r>
          </a:p>
          <a:p>
            <a:r>
              <a:t>An agent learns by interacting with an environment, receiving rewards or penalties based on actions taken (e.g., game playing).</a:t>
            </a:r>
          </a:p>
          <a:p>
            <a:r>
              <a:t>Applications include robotics and autonomous vehicles.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Data Collection</a:t>
            </a:r>
          </a:p>
          <a:p>
            <a:r>
              <a:t>Gather relevant data from various sources (e.g., databases, web scraping).</a:t>
            </a:r>
          </a:p>
          <a:p>
            <a:r>
              <a:t>Step 2: Data Preprocessing</a:t>
            </a:r>
          </a:p>
          <a:p>
            <a:r>
              <a:t>Clean and prepare data by handling missing values, normalization, and feature selection.</a:t>
            </a:r>
          </a:p>
          <a:p>
            <a:r>
              <a:t>Step 3: Model Training</a:t>
            </a:r>
          </a:p>
          <a:p>
            <a:r>
              <a:t>Choose appropriate algorithms and split data into training and testing sets for model evaluation.</a:t>
            </a:r>
          </a:p>
          <a:p>
            <a:r>
              <a:t>Step 4: Model Evaluation</a:t>
            </a:r>
          </a:p>
          <a:p>
            <a:r>
              <a:t>Use metrics such as accuracy, precision, and recall to assess model performance.</a:t>
            </a:r>
          </a:p>
          <a:p>
            <a:r>
              <a:t>Step 5: Deployment</a:t>
            </a:r>
          </a:p>
          <a:p>
            <a:r>
              <a:t>Integrate the model into a production environment where it can make real-time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Key Algorithms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Regression:</a:t>
            </a:r>
          </a:p>
          <a:p>
            <a:r>
              <a:t>A method for predicting a continuous outcome variable based on one or more predictor variables.</a:t>
            </a:r>
          </a:p>
          <a:p>
            <a:r>
              <a:t>Decision Trees:</a:t>
            </a:r>
          </a:p>
          <a:p>
            <a:r>
              <a:t>A flowchart-like structure used for classification and regression; easy to interpret but prone to overfitting.</a:t>
            </a:r>
          </a:p>
          <a:p>
            <a:r>
              <a:t>Support Vector Machines (SVM):</a:t>
            </a:r>
          </a:p>
          <a:p>
            <a:r>
              <a:t>A supervised learning model that finds the hyperplane that best separates classes in high-dimensional space.</a:t>
            </a:r>
          </a:p>
          <a:p>
            <a:r>
              <a:t>Neural Networks:</a:t>
            </a:r>
          </a:p>
          <a:p>
            <a:r>
              <a:t>Inspired by the human brain, these models consist of layers of interconnected nodes (neurons) and are powerful for complex tasks like image recognition.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Data Preprocessing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Missing Values:</a:t>
            </a:r>
          </a:p>
          <a:p>
            <a:r>
              <a:t>Imputation: Filling in missing values using mean, median, or mode.</a:t>
            </a:r>
          </a:p>
          <a:p>
            <a:r>
              <a:t>Deletion: Removing records with missing data, but may lead to loss of valuable information.</a:t>
            </a:r>
          </a:p>
          <a:p>
            <a:r>
              <a:t>Feature Scaling:</a:t>
            </a:r>
          </a:p>
          <a:p>
            <a:r>
              <a:t>Standardization: Rescaling features to have a mean of 0 and a standard deviation of 1.</a:t>
            </a:r>
          </a:p>
          <a:p>
            <a:r>
              <a:t>Normalization: Rescaling features to a range of [0, 1] which helps improve algorithm performance.</a:t>
            </a:r>
          </a:p>
          <a:p>
            <a:r>
              <a:t>Encoding Categorical Variables:</a:t>
            </a:r>
          </a:p>
          <a:p>
            <a:r>
              <a:t>One-hot encoding: Converting categorical variables into a format that can be provided to ML algorithms (e.g., transforming 'color' with values red, green, and blue into binary columns).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Examples and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1: Predictive Maintenance in Manufacturing</a:t>
            </a:r>
          </a:p>
          <a:p>
            <a:r>
              <a:t>Utilizing sensor data to predict equipment failures before they occur, reducing downtime and repair costs.</a:t>
            </a:r>
          </a:p>
          <a:p>
            <a:r>
              <a:t>Example 2: Customer Recommendation Systems</a:t>
            </a:r>
          </a:p>
          <a:p>
            <a:r>
              <a:t>E-commerce platforms like Amazon use collaborative filtering to suggest products based on user behavior and preferences.</a:t>
            </a:r>
          </a:p>
          <a:p>
            <a:r>
              <a:t>Case Study: Fraud Detection in Banking</a:t>
            </a:r>
          </a:p>
          <a:p>
            <a:r>
              <a:t>Machine learning models analyze transaction patterns to identify anomalies that may indicate fraudulent activities, improving security and customer trust.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Quality:</a:t>
            </a:r>
          </a:p>
          <a:p>
            <a:r>
              <a:t>Poor quality data can lead to inaccurate models; emphasis on data cleaning and validation is crucial.</a:t>
            </a:r>
          </a:p>
          <a:p>
            <a:r>
              <a:t>Overfitting vs. Underfitting:</a:t>
            </a:r>
          </a:p>
          <a:p>
            <a:r>
              <a:t>Overfitting occurs when a model learns noise in the training data; underfitting happens when a model is too simple to capture underlying patterns.</a:t>
            </a:r>
          </a:p>
          <a:p>
            <a:r>
              <a:t>Bias and Fairness:</a:t>
            </a:r>
          </a:p>
          <a:p>
            <a:r>
              <a:t>Machine learning systems may inherit biases present in training data, leading to unfair outcomes; addressing this requires conscious algorithm design and data curation.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