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ICLeafAI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Created for: user_1761282987473</a:t>
            </a:r>
          </a:p>
          <a:p>
            <a:r>
              <a:t>Generated: 2025-10-23 22:17:28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1: Title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Title: Understanding Transformer Architecture</a:t>
            </a:r>
          </a:p>
          <a:p>
            <a:r>
              <a:t>- Subtitle: Revolutionizing Natural Language Processing</a:t>
            </a:r>
          </a:p>
          <a:p>
            <a:r>
              <a:t>- Presented by: [Your Name]</a:t>
            </a:r>
          </a:p>
          <a:p>
            <a:r>
              <a:t>- Date: [Presentation Date]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2: Introduction to Transformer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Definition: </a:t>
            </a:r>
          </a:p>
          <a:p>
            <a:r>
              <a:t>  - Transformer architecture is a deep learning model introduced in the paper “Attention is All You Need” by Vaswani et al. in 2017.</a:t>
            </a:r>
          </a:p>
          <a:p>
            <a:r>
              <a:t>- Purpose: </a:t>
            </a:r>
          </a:p>
          <a:p>
            <a:r>
              <a:t>  - Designed primarily for natural language processing tasks but applicable to other domains as well.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3: Key Components of Transformers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- 1. Encoder-Decoder Structure:</a:t>
            </a:r>
          </a:p>
          <a:p>
            <a:r>
              <a:t>  - Encoder: Processes input data and generates a representation.</a:t>
            </a:r>
          </a:p>
          <a:p>
            <a:r>
              <a:t>  - Decoder: Uses that representation to produce output (e.g., translated text).</a:t>
            </a:r>
          </a:p>
          <a:p>
            <a:r>
              <a:t>  </a:t>
            </a:r>
          </a:p>
          <a:p>
            <a:r>
              <a:t>- 2. Attention Mechanism:</a:t>
            </a:r>
          </a:p>
          <a:p>
            <a:r>
              <a:t>  - Focuses on different parts of the input sequence to improve context understanding.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4: The Attention Mechanism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Self-Attention:</a:t>
            </a:r>
          </a:p>
          <a:p>
            <a:r>
              <a:t>  - Each word in a sequence attends to all other words, assessing their importance.</a:t>
            </a:r>
          </a:p>
          <a:p>
            <a:r>
              <a:t>- Multi-Head Attention:</a:t>
            </a:r>
          </a:p>
          <a:p>
            <a:r>
              <a:t>  - Multiple attention mechanisms run in parallel to capture different relationships.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5: Positional Encoding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Problem Addressed:</a:t>
            </a:r>
          </a:p>
          <a:p>
            <a:r>
              <a:t>  - Unlike RNNs, Transformers do not inherently understand the order of sequences.</a:t>
            </a:r>
          </a:p>
          <a:p>
            <a:r>
              <a:t>- Solution:</a:t>
            </a:r>
          </a:p>
          <a:p>
            <a:r>
              <a:t>  - Positional encoding adds information about the position of tokens in the sequence.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6: 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Diagram of Transformer Architecture:</a:t>
            </a:r>
          </a:p>
          <a:p>
            <a:r>
              <a:t>  - Visual representation of the encoder and decoder components.</a:t>
            </a:r>
          </a:p>
          <a:p>
            <a:r>
              <a:t>- Components:</a:t>
            </a:r>
          </a:p>
          <a:p>
            <a:r>
              <a:t>  - Stacked layers of encoders and decoders.</a:t>
            </a:r>
          </a:p>
          <a:p>
            <a:r>
              <a:t>  - Feedforward neural networks.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7: Benefits of Transformer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Parallelization:</a:t>
            </a:r>
          </a:p>
          <a:p>
            <a:r>
              <a:t>  - Allows for faster training times compared to RNNs.</a:t>
            </a:r>
          </a:p>
          <a:p>
            <a:r>
              <a:t>- Long-Range Dependencies:</a:t>
            </a:r>
          </a:p>
          <a:p>
            <a:r>
              <a:t>  - Better at capturing relationships in long sequences due to self-attention.</a:t>
            </a:r>
          </a:p>
          <a:p>
            <a:r>
              <a:t>- Scalability:</a:t>
            </a:r>
          </a:p>
          <a:p>
            <a:r>
              <a:t>  - Can be scaled up effectively with more data and computational resources.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8: Applications of Transformers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Natural Language Processing:</a:t>
            </a:r>
          </a:p>
          <a:p>
            <a:r>
              <a:t>  - Machine Translation, Text Summarization, Sentiment Analysis.</a:t>
            </a:r>
          </a:p>
          <a:p>
            <a:r>
              <a:t>- Computer Vision:</a:t>
            </a:r>
          </a:p>
          <a:p>
            <a:r>
              <a:t>  - Vision Transformers (ViTs) for image classification.</a:t>
            </a:r>
          </a:p>
          <a:p>
            <a:r>
              <a:t>- Other Domains:</a:t>
            </a:r>
          </a:p>
          <a:p>
            <a:r>
              <a:t>  - Protein folding predictions, time-series forecasting.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9: Popular Transformer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BERT: Bidirectional Encoder Representations from Transformers.</a:t>
            </a:r>
          </a:p>
          <a:p>
            <a:r>
              <a:t>- GPT-3: Generative Pre-trained Transformer 3.</a:t>
            </a:r>
          </a:p>
          <a:p>
            <a:r>
              <a:t>- T5: Text-to-Text Transfer Transformer.</a:t>
            </a:r>
          </a:p>
          <a:p>
            <a:r>
              <a:t>- Vision Transformers (ViT): Adapting transformer models for image recognition.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10: Challenges and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Computational Resources:</a:t>
            </a:r>
          </a:p>
          <a:p>
            <a:r>
              <a:t>  - High memory and processing power requirements.</a:t>
            </a:r>
          </a:p>
          <a:p>
            <a:r>
              <a:t>- Training Data:</a:t>
            </a:r>
          </a:p>
          <a:p>
            <a:r>
              <a:t>  - Large amounts of labeled data are often necessary for effective training.</a:t>
            </a:r>
          </a:p>
          <a:p>
            <a:r>
              <a:t>- Interpretability:</a:t>
            </a:r>
          </a:p>
          <a:p>
            <a:r>
              <a:t>  - Difficulty in understanding the decision-making process of the model.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