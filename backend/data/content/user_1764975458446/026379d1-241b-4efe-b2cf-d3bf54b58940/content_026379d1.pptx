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76809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000">
                <a:solidFill>
                  <a:srgbClr val="191937"/>
                </a:solidFill>
              </a:defRPr>
            </a:pPr>
            <a:r>
              <a:t>INTRODUCTION TO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74980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GENERATED BY ICLEAF AI</a:t>
            </a:r>
          </a:p>
          <a:p>
            <a:pPr algn="l"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TARGET AUDIENCE: PROFESSIONALS</a:t>
            </a:r>
          </a:p>
          <a:p>
            <a:pPr algn="l"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DIFFICULTY: MEDIUM</a:t>
            </a:r>
          </a:p>
          <a:p>
            <a:pPr algn="l"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AI-POWERED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76809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200">
                <a:solidFill>
                  <a:srgbClr val="191937"/>
                </a:solidFill>
              </a:defRPr>
            </a:pPr>
            <a:r>
              <a:t>WHAT IS MACHINE LEARNING?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74980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Machine learning is a subset of artificial intelligence focused on enabling systems to learn from data without explicit programming.</a:t>
            </a:r>
          </a:p>
          <a:p>
            <a:pPr algn="l"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It involves algorithms that improve their performance as they are exposed to more data over time.</a:t>
            </a:r>
          </a:p>
          <a:p>
            <a:pPr algn="l"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Machine learning can be categorized into supervised, unsupervised, and reinforcement learning based on the nature of the learning process.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76809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200">
                <a:solidFill>
                  <a:srgbClr val="191937"/>
                </a:solidFill>
              </a:defRPr>
            </a:pPr>
            <a:r>
              <a:t>APPLICATIONS OF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74980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Machine learning is widely used in various fields including healthcare for predictive diagnostics and personalized medicine.</a:t>
            </a:r>
          </a:p>
          <a:p>
            <a:pPr algn="l"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In finance, it helps in fraud detection and algorithmic trading by analyzing vast datasets for patterns.</a:t>
            </a:r>
          </a:p>
          <a:p>
            <a:pPr algn="l"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E-commerce platforms leverage machine learning for recommendation systems, enhancing user experience and increasing sales.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76809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200">
                <a:solidFill>
                  <a:srgbClr val="191937"/>
                </a:solidFill>
              </a:defRPr>
            </a:pPr>
            <a:r>
              <a:t>KEY ALGORITHMS IN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74980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Common algorithms include linear regression for predictive modeling and decision trees for classification tasks.</a:t>
            </a:r>
          </a:p>
          <a:p>
            <a:pPr algn="l"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Neural networks, particularly deep learning models, have gained popularity for their effectiveness in image and speech recognition.</a:t>
            </a:r>
          </a:p>
          <a:p>
            <a:pPr algn="l"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Support vector machines and clustering algorithms like k-means are essential for data segmentation and pattern recognition.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76809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200">
                <a:solidFill>
                  <a:srgbClr val="191937"/>
                </a:solidFill>
              </a:defRPr>
            </a:pPr>
            <a:r>
              <a:t>CHALLENGES IN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74980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Data quality and quantity are critical; insufficient or biased data can lead to inaccurate models and predictions.</a:t>
            </a:r>
          </a:p>
          <a:p>
            <a:pPr algn="l"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Overfitting is a common issue where a model performs well on training data but poorly on unseen data.</a:t>
            </a:r>
          </a:p>
          <a:p>
            <a:pPr algn="l"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Ethical considerations, including bias in algorithms and data privacy, pose significant challenges in the deployment of machine learning systems.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