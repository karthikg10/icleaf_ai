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ICLeafAI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2025-10-24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Understanding Generative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Introduction to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 of Generative AI:</a:t>
            </a:r>
          </a:p>
          <a:p>
            <a:r>
              <a:t>Generative AI refers to algorithms that can create new content, from text to images, music, and more, based on the patterns learned from existing data.</a:t>
            </a:r>
          </a:p>
          <a:p>
            <a:r>
              <a:t>Key Technologies:</a:t>
            </a:r>
          </a:p>
          <a:p>
            <a:r>
              <a:t>Deep Learning: Uses neural networks to model complex patterns.</a:t>
            </a:r>
          </a:p>
          <a:p>
            <a:r>
              <a:t>Natural Language Processing (NLP): Focuses on the interaction between computers and human language.</a:t>
            </a:r>
          </a:p>
          <a:p>
            <a:r>
              <a:t>Generative Adversarial Networks (GANs): Comprises two networks (generator and discriminator) that work against each other to enhance the quality of generated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 Importance in Today's World: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Enhances creativity and productivity across various industries, including marketing, entertainment, and healthcare.</a:t>
            </a:r>
          </a:p>
          <a:p>
            <a:r>
              <a:t>Offers solutions for content generation, personalized experiences, and data augmentation.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Animation: Fade in each bullet point for emphasis.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Animation: Fade in each bullet point for emphasis.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How Generative AI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Input:</a:t>
            </a:r>
          </a:p>
          <a:p>
            <a:r>
              <a:t>Generative AI models are trained on large datasets to learn the underlying patterns and structures of the data. This can include text corpora, image repositories, and even audio files.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